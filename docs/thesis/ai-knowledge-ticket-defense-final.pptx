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D1D1F"/>
                </a:solidFill>
                <a:latin typeface="PingFang SC"/>
              </a:rPr>
              <a:t>AI 知识库问答与工单协同处理平台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48840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0066CC"/>
                </a:solidFill>
                <a:latin typeface="PingFang SC"/>
              </a:rPr>
              <a:t>毕业设计答辩材料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E6E73"/>
                </a:solidFill>
                <a:latin typeface="PingFang SC"/>
              </a:rPr>
              <a:t>Spring Boot 3 · Vue 3 · Oracle 23ai · Redis · DeepSeek · SiliconFlow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企业服务平台从“记录工单”升级为“先智能解答，必要时人工协同”。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重复问题多，坐席反复检索文档，响应效率低。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传统工单系统缺少知识库智能利用和答案引用追溯。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RAG 能把企业知识库转化为可引用、可转人工的服务入口。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构建可演示、可验收、可扩展的企业服务闭环。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管理员维护知识库，用户通过自然语言提问。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AI 基于知识片段回答，并展示引用来源。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无法解决时转工单，进入管理员分派和坐席处理流程。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用户确认关闭，管理员查看统计和系统配置。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前后端分离 + Oracle 23ai 向量存储 + Redis + 外部 AI 服务。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2004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Vue 3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74320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登录、知识库、AI 问答、工单、统计、系统管理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554480"/>
            <a:ext cx="32004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Spring Boot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240280"/>
            <a:ext cx="274320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RBAC、RAG、Workflow、Recommendation、SLA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2004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Data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80"/>
            <a:ext cx="274320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>Oracle 23ai、Redis、DeepSeek、SiliconFlow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832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架构特点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241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前端：Vue 3、Vite、TypeScript、Pinia、Vue Router。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后端：Spring Boot 3、Java 21、Spring Security、MyBatis、Flyway。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数据：Oracle 23ai 保存业务数据和 VECTOR(1024) 向量。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AI：DeepSeek Chat 生成回答，SiliconFlow 生成 Embedding。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核心业务闭环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Knowledge → RAG Answer → Ticket → Assignment → Agent → Closure →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167128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5728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831336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9936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936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95544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4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7159752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PingFang SC"/>
              </a:rPr>
              <a:t>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0488168" y="1828800"/>
            <a:ext cx="13258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16768" y="2029968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66CC"/>
                </a:solidFill>
                <a:latin typeface="PingFang SC"/>
              </a:rPr>
              <a:t>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6768" y="2514600"/>
            <a:ext cx="868680" cy="91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E6E73"/>
                </a:solidFill>
                <a:latin typeface="PingFang S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37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演示闭环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40480"/>
            <a:ext cx="10698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知识库录入与检索测试。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RAG 问答、SSE 流式输出、引用卡片。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AI 问答一键转工单，保留上下文。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管理员分派，坐席处理，用户确认关闭。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RAG 与向量检索设计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用 Oracle 23ai 承载知识片段向量，实现可追溯问答。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文档解析后切成知识片段，保存来源和元数据。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使用 Qwen/Qwen3-Embedding-8B 生成 1024 维向量。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按余弦距离召回 top-k 片段，组合提示词调用大模型。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回答必须基于召回片段，并返回引用依据。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工单工作流设计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状态变化集中在 TicketWorkflowService，流程记录可审计。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状态：待分配、待处理、处理中、已解决、已关闭。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动作：分派、开始处理、解决、重开、确认关闭、管理关闭。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每次状态动作写入流程记录，备注在前端可见。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用户、坐席、管理员看到不同菜单和按钮。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智能分派与 SLA 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Phase 39/40 证明系统具有非侵入式扩展能力。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推荐坐席：读取 active agent，按当前在办工单数选择最低负载。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推荐只辅助管理员，不自动分派，保持人工确认。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SLA：按优先级计算 deadlineAt，列表和详情显示状态。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RESOLVED 对 SLA 视为完成，对坐席负载仍可计入。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前端体验与响应式优化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Phase 44-46 完成 Apple 风格和核心页面移动端收尾。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主页保持原设计，登录后工作台改为 Apple 风格浅色卡片。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工单列表：桌面为表格，窄屏自动切换为卡片。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工单详情：移动端按概要、SLA、状态动作、上下文、沟通、流程排序。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修复长工单号、长标题导致的重叠和横向溢出。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测试与验收证据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自动化测试 + 构建 + Smoke + 浏览器人工验收。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前端 Vitest：路由、API、知识库、RAG、工单列表、工单详情等。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TicketListView：移动卡片标签测试 4 个用例通过。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TicketDetailView：响应式 panel hook 测试 6 个用例通过。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phase31-acceptance-evidence.sh：五项 PASS，日志脱敏。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最终演示路线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按角色演示完整业务闭环。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admin：创建知识库并检索测试。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user：AI 提问、查看引用、转工单、确认关闭。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admin：查看推荐坐席并分派工单。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agent：开始处理、备注、标记解决。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admin：查看 dashboard 和 system。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项目交付与仓库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代码、文档、验收材料和 Office 材料均进入 GitHub。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GitHub：https://github.com/HelloWhatIsYourName/ticket-system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当前 main：30e0c02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License：MIT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README 包含 API 配置、启动方式、项目目标和文档索引。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D1D1F"/>
                </a:solidFill>
                <a:latin typeface="PingFang SC"/>
              </a:rP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PingFang SC"/>
              </a:rPr>
              <a:t>已形成可演示、可验收、可扩展的毕业设计成品。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PingFang SC"/>
              </a:rPr>
              <a:t>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070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完成 AI 知识库问答与工单协同处理闭环。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完成智能分派、SLA、Apple 风格 UI 和响应式核心页面。</a:t>
            </a:r>
          </a:p>
          <a:p>
            <a:pPr>
              <a:spcAft>
                <a:spcPts val="800"/>
              </a:spcAft>
              <a:defRPr sz="1700">
                <a:solidFill>
                  <a:srgbClr val="1D1D1F"/>
                </a:solidFill>
                <a:latin typeface="PingFang SC"/>
              </a:defRPr>
            </a:pPr>
            <a:r>
              <a:t>后续可扩展自动分派、技能匹配、通知、SLA 升级、多租户和更严格 RAG 评测。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